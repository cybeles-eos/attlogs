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F8BE6-8B7B-4B3F-9D08-93A769FCE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04BD2-56FD-4A2F-BD4B-CA5D3C500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13A48-5C97-4492-B0A4-A7CC4D1DB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6ED45-29AF-4F74-AC67-D85F88CD9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8CB97-5835-41E7-8C2B-482C7CD9E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08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85BB-ACDA-41D9-B24E-13B51391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89742-0091-4311-9C49-D1B0C5236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429A4-714C-42E7-9C59-B98F2BBBA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6E5C4-6300-48C2-8E73-0A041A511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BC830-9F6E-492C-BD04-2AFF545C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00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0A3B-2384-4424-941B-A4266C4B3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1BD16-DA8F-47C2-893E-4D6DF6484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244FD-AA9D-48CD-831B-4FE98006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EA5EA-7D20-4AAF-8DB8-F9B2D0B0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DB13F-87D1-4940-8EC8-D57B153F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3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0236-31EC-49C3-94DF-6EB1645C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2189D-63F0-40B0-A745-0CD932691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A0E8D-13EE-4DE1-96B5-976858226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CE587-40B8-452D-9EE4-A6D9ADE0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C3CE1-B13D-438C-A5AA-1A321FD14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ACAA3-AC44-4C2E-A537-F93126A5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6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72159-4D2F-4D7B-B263-50439F485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A1099-7A2F-4504-85D7-BFFC19CFD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95E967-5A5B-43EA-BA07-3A8B75792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AF673-472F-41DC-929E-2BE9740A8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28B96-E8DB-4685-8F3C-AAC4D526C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279174-1D8B-490C-B058-AC3ADAEAE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B0993-7299-4FEC-8270-571B02FC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D7DFC4-298A-450A-8139-93B3F4DD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3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765B-84F8-4936-B29E-33519C6ED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527CD2-FC65-4E2A-BE6D-13C24D4D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8DA55-DC0E-4333-8767-16FFC4ED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C6AB6-C58A-491B-A8E5-6F20734F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6E2DA0-5BB7-498C-A51E-BEB2B70E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0ACB-3C45-42C0-9D81-B48E2E1BF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D8E02-61A5-4BB5-B2ED-21BCA665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5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9C50-5AAE-4215-B046-45D7ED12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A7A66-04B6-4A0D-8CCB-F2143B48E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A7E73-2F44-4E10-866D-E9DE8C601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FF428-60C9-45E9-A440-EB52A573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1E30A-DCF4-439B-A618-B94E8DA3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05563-CAF5-4D64-BE02-ED57BF62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8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1DE2A-4BD7-4D53-877A-6822F2349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34D8E3-9805-490E-BFDF-9CD4F2BBD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F6612-3DCC-4D3E-8396-D8A0A4861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34196-5280-493D-8E18-A77BDE38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DFF61-6F3F-421A-B52D-9E02C9B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ACF80-7DC0-4753-B208-45D85531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1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0B9C8-C768-4D00-9E78-6ABCBBDA9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4DD9C-921C-4AB3-9A20-83DA75C66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9ED68-4E58-4CA2-885B-06D6B8AE4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2A15F-6136-4A15-B62D-465FA8E1C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8E06A-4DDE-487B-A711-D6C5A670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31FB1-62F8-4540-8D70-C97858F8F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F81D6-B849-4FE5-8AA0-7D8971573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A2809-88AF-4B31-BE66-19B38417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51634-5F4E-47EA-8AEF-ABCA22E85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30017-855E-421D-BBA7-4013D0AB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7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45FD31-E31D-49DF-B1CE-135951D42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EAC64-6DA6-4848-B1A8-D2821F1F4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84F1B-5AFE-44E4-8039-5D8BC862D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2C593-83CB-44EE-821D-30AD37C1B96E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B38A7-7796-46C2-B977-1841D5613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C0B06-9D0F-4B42-B456-664C5D8C8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3C513-D0F3-4D6E-8D3E-2EF3917C7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6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EA65-DD07-4638-9D01-D747358594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SELECT STATEMENT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195AF9-ACEB-4F3D-B8B4-6490F961B9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3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89D15-834D-49C4-AC22-43C49BDF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0575"/>
            <a:ext cx="10515600" cy="5386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Basic select statement syntax</a:t>
            </a:r>
            <a:br>
              <a:rPr lang="en-US" sz="3600" dirty="0"/>
            </a:br>
            <a:r>
              <a:rPr lang="en-US" sz="36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</a:t>
            </a:r>
            <a:r>
              <a:rPr lang="en-US" sz="3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3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Column_List</a:t>
            </a:r>
            <a:br>
              <a:rPr lang="en-US" sz="3600" dirty="0"/>
            </a:br>
            <a:r>
              <a:rPr lang="en-US" sz="36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 </a:t>
            </a:r>
            <a:r>
              <a:rPr lang="en-US" sz="3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Table_Name</a:t>
            </a:r>
            <a:endParaRPr lang="en-US" sz="3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3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If you want to select all the columns, you can also use *. For better performance use the column list, instead of using *.</a:t>
            </a:r>
            <a:br>
              <a:rPr lang="en-US" sz="3600" dirty="0"/>
            </a:br>
            <a:r>
              <a:rPr lang="en-US" sz="36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 </a:t>
            </a:r>
            <a:r>
              <a:rPr lang="en-US" sz="3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*</a:t>
            </a:r>
            <a:br>
              <a:rPr lang="en-US" sz="3600" dirty="0"/>
            </a:br>
            <a:r>
              <a:rPr lang="en-US" sz="36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 </a:t>
            </a:r>
            <a:r>
              <a:rPr lang="en-US" sz="3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Table_Name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56512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231FA-C964-46E7-B0D8-BC48DB0BF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3900"/>
            <a:ext cx="10515600" cy="5453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 Select distinct rows use DISTINCT keyword</a:t>
            </a:r>
            <a:br>
              <a:rPr lang="en-US" sz="3200" dirty="0"/>
            </a:br>
            <a:r>
              <a:rPr lang="en-US" sz="32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32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DISTINCT </a:t>
            </a:r>
            <a:r>
              <a:rPr lang="en-US" sz="32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Column_List</a:t>
            </a:r>
            <a:br>
              <a:rPr lang="en-US" sz="3200" dirty="0"/>
            </a:br>
            <a:r>
              <a:rPr lang="en-US" sz="32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 </a:t>
            </a:r>
            <a:r>
              <a:rPr lang="en-US" sz="32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Table_Name</a:t>
            </a:r>
            <a:endParaRPr lang="en-US" sz="32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3200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en-US" sz="32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 distinct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city </a:t>
            </a:r>
            <a:r>
              <a:rPr lang="en-US" sz="32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 </a:t>
            </a:r>
            <a:r>
              <a:rPr lang="en-US" sz="32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tblPerson</a:t>
            </a:r>
            <a:br>
              <a:rPr lang="en-US" sz="3200" dirty="0"/>
            </a:b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73429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37A65-1C20-4F41-AADB-46D090C6A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0075"/>
            <a:ext cx="10515600" cy="5576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Filtering rows with WHERE clause</a:t>
            </a:r>
            <a:br>
              <a:rPr lang="en-US" sz="3200" dirty="0"/>
            </a:br>
            <a:r>
              <a:rPr lang="en-US" sz="32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32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Column_List</a:t>
            </a:r>
            <a:br>
              <a:rPr lang="en-US" sz="3200" dirty="0"/>
            </a:br>
            <a:r>
              <a:rPr lang="en-US" sz="32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 </a:t>
            </a:r>
            <a:r>
              <a:rPr lang="en-US" sz="32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Table_Name</a:t>
            </a:r>
            <a:br>
              <a:rPr lang="en-US" sz="3200" dirty="0"/>
            </a:br>
            <a:r>
              <a:rPr lang="en-US" sz="3200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WHERE </a:t>
            </a:r>
            <a:r>
              <a:rPr lang="en-US" sz="32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Filter_Condition</a:t>
            </a:r>
            <a:br>
              <a:rPr lang="en-US" sz="3200" dirty="0"/>
            </a:br>
            <a:endParaRPr lang="en-US" sz="3200" dirty="0"/>
          </a:p>
          <a:p>
            <a:pPr marL="0" indent="0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Name, Email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tblPerson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where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City = 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’Manila'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55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1698-4D3F-460E-9990-E69329DC7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H" dirty="0"/>
              <a:t>  </a:t>
            </a:r>
            <a:r>
              <a:rPr lang="en-PH" sz="6000" b="1" dirty="0"/>
              <a:t>GROUP BY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85E9E-8329-47EF-BF04-22BC41470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150"/>
            <a:ext cx="10515600" cy="4595813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 SQL Server we have got lot of aggregate functions. Examples</a:t>
            </a: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1. Count()</a:t>
            </a: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2. Sum()</a:t>
            </a: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3. avg()</a:t>
            </a: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4. Min()</a:t>
            </a: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5. Max()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81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BFA188-5506-4CB3-9632-E424017813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5256" y="420624"/>
            <a:ext cx="10314431" cy="5756339"/>
          </a:xfrm>
        </p:spPr>
      </p:pic>
    </p:spTree>
    <p:extLst>
      <p:ext uri="{BB962C8B-B14F-4D97-AF65-F5344CB8AC3E}">
        <p14:creationId xmlns:p14="http://schemas.microsoft.com/office/powerpoint/2010/main" val="755150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50D1-B1FD-4E63-9405-EA0CF3F7A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3900"/>
            <a:ext cx="10515600" cy="54530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Group by</a:t>
            </a:r>
            <a:r>
              <a:rPr lang="en-US" sz="3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clause is used to group a selected set of rows into a set of summary rows by the values of one or more columns or expressions. It is always used in conjunction with one or more aggregate functions.</a:t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05537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4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able&#10;&#10;Description automatically generated">
            <a:extLst>
              <a:ext uri="{FF2B5EF4-FFF2-40B4-BE49-F238E27FC236}">
                <a16:creationId xmlns:a16="http://schemas.microsoft.com/office/drawing/2014/main" id="{55693A6D-778E-4068-B48F-A9EFCAA39E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03" r="1" b="15461"/>
          <a:stretch/>
        </p:blipFill>
        <p:spPr bwMode="auto">
          <a:xfrm>
            <a:off x="928625" y="649224"/>
            <a:ext cx="9691749" cy="572414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277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FBA1-CD12-45D8-87D5-79897B1F9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 want an SQL Query which give total Salaries paid by the City. The Output should be this: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0B8C0C-0C1F-4D44-BC7B-E9E52DFD3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2400" y="2143760"/>
            <a:ext cx="8727440" cy="35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78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614AD-CE5E-40D8-9467-B8231EF7C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4825"/>
            <a:ext cx="10515600" cy="5672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Query for retrieving total salaries by city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</a:t>
            </a:r>
            <a:br>
              <a:rPr 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sz="3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We are applying SUM() aggregate function on Salary column, and grouping by city column. This effectively adds, all salaries of employees with in the same city.</a:t>
            </a:r>
          </a:p>
          <a:p>
            <a:pPr marL="0" indent="0">
              <a:buNone/>
            </a:pPr>
            <a:br>
              <a:rPr lang="en-US" sz="3200" dirty="0"/>
            </a:br>
            <a:r>
              <a:rPr lang="en-US" sz="3200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City, </a:t>
            </a:r>
            <a:r>
              <a:rPr lang="en-US" sz="3200" b="1" i="0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SUM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(Salary) </a:t>
            </a:r>
            <a:r>
              <a:rPr lang="en-US" sz="3200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as </a:t>
            </a:r>
            <a:r>
              <a:rPr lang="en-US" sz="32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TotalSalary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br>
              <a:rPr lang="en-US" sz="3200" dirty="0"/>
            </a:br>
            <a:r>
              <a:rPr lang="en-US" sz="3200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 </a:t>
            </a:r>
            <a:r>
              <a:rPr lang="en-US" sz="32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tblEmployee</a:t>
            </a:r>
            <a:br>
              <a:rPr lang="en-US" sz="3200" dirty="0"/>
            </a:br>
            <a:r>
              <a:rPr lang="en-US" sz="3200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Group by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City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50650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9131-0D3C-49F3-9522-A6FE7F569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38388-B397-4FA1-8BB1-53DAC1FBA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Note: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If you omit, the group by clause and try to execute the query, you get an error - 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Column '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tblEmployee.City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' is invalid in the select list because it is not contained in either an aggregate function or the GROUP BY clause.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196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321732"/>
            <a:ext cx="7058307" cy="1964266"/>
          </a:xfrm>
          <a:prstGeom prst="rect">
            <a:avLst/>
          </a:prstGeom>
          <a:solidFill>
            <a:srgbClr val="574B39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722E9-11C2-462C-9E50-472E9DA0B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91260"/>
            <a:ext cx="6594189" cy="1625210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AE56B69-A846-4025-B795-D7322C004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" r="1" b="2481"/>
          <a:stretch/>
        </p:blipFill>
        <p:spPr bwMode="auto">
          <a:xfrm>
            <a:off x="327547" y="2454903"/>
            <a:ext cx="7058306" cy="4080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75" y="321732"/>
            <a:ext cx="4313293" cy="621453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E4C9-2311-46F8-A146-E546E00B9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r>
              <a:rPr lang="en-US" sz="20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Now, I want an sql query, which gives total salaries by City, by gender. The output should be as shown below.</a:t>
            </a:r>
            <a:br>
              <a:rPr lang="en-US" sz="2000">
                <a:solidFill>
                  <a:srgbClr val="FFFFFF"/>
                </a:solidFill>
              </a:rPr>
            </a:b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650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535F6-FEE1-411F-9347-86633CFED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A2163-E2B9-4E67-8ECC-8EAFBF682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Query for retrieving total salaries by city and by gender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It's possible to group by multiple columns. In this query, we are grouping first by city and then by gender. 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City, Gender, </a:t>
            </a:r>
            <a:r>
              <a:rPr lang="en-US" b="1" i="0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SUM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(Salary) </a:t>
            </a: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as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TotalSalary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tblEmployee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group by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City, Gender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310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321732"/>
            <a:ext cx="7058307" cy="1964266"/>
          </a:xfrm>
          <a:prstGeom prst="rect">
            <a:avLst/>
          </a:prstGeom>
          <a:solidFill>
            <a:srgbClr val="574B39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BEAAFF-6643-4CEA-800F-F40AB5C0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91260"/>
            <a:ext cx="6594189" cy="1625210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1E0EBCC-176A-4652-99F2-AA2D919368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9" r="17906" b="2"/>
          <a:stretch/>
        </p:blipFill>
        <p:spPr bwMode="auto">
          <a:xfrm>
            <a:off x="132080" y="2763519"/>
            <a:ext cx="6986365" cy="377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75" y="321732"/>
            <a:ext cx="4313293" cy="621453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B3AE6-51CF-42BB-806D-F769691B9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r>
              <a:rPr lang="en-US" sz="20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Now, I want an sql query, which gives total salaries and total number of employees by City, and by gender. The output should be as shown below.</a:t>
            </a:r>
            <a:br>
              <a:rPr lang="en-US" sz="2000">
                <a:solidFill>
                  <a:srgbClr val="FFFFFF"/>
                </a:solidFill>
              </a:rPr>
            </a:b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261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321732"/>
            <a:ext cx="7058307" cy="1964266"/>
          </a:xfrm>
          <a:prstGeom prst="rect">
            <a:avLst/>
          </a:prstGeom>
          <a:solidFill>
            <a:srgbClr val="574B39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6E93BE7-60E1-4AD7-A9FB-B6923145E3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9" r="17906" b="2"/>
          <a:stretch/>
        </p:blipFill>
        <p:spPr bwMode="auto">
          <a:xfrm>
            <a:off x="327547" y="2454903"/>
            <a:ext cx="7058306" cy="4080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75" y="321732"/>
            <a:ext cx="4313293" cy="621453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2C7D7-32D3-4519-9D93-49E7F7196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Now, I want an sql query, which gives total salaries and total number of employees by City, and by gender. The output should be as shown below.</a:t>
            </a:r>
          </a:p>
          <a:p>
            <a:pPr marL="0" indent="0">
              <a:buNone/>
            </a:pPr>
            <a:endParaRPr lang="en-US" sz="200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254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DAD4D-959E-4058-B808-A12A6F03C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5350"/>
            <a:ext cx="10515600" cy="5281613"/>
          </a:xfrm>
        </p:spPr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Query for retrieving total salaries and total number of employees by City, and by gender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The only difference here is that, we are using Count() aggregate function.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City, Gender, </a:t>
            </a:r>
            <a:r>
              <a:rPr lang="en-US" b="1" i="0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SUM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(Salary) </a:t>
            </a: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as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TotalSalary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b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b="1" i="0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COUNT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(ID) </a:t>
            </a: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as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TotalEmployees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tblEmployee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group by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City, Gender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145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22EDC-84B8-4AED-A1B5-F43A235AD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1975"/>
            <a:ext cx="10515600" cy="5614988"/>
          </a:xfrm>
        </p:spPr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Filtering Groups:</a:t>
            </a: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WHERE clause is used to filter rows before aggregation, where as HAVING clause is used to filter groups after aggregations. The following 2 queries produce the same result.</a:t>
            </a:r>
          </a:p>
          <a:p>
            <a:pPr marL="0" indent="0">
              <a:buNone/>
            </a:pPr>
            <a:endParaRPr lang="en-US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Filtering rows using WHERE clause, before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aggrgations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take place: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City, </a:t>
            </a:r>
            <a:r>
              <a:rPr lang="en-US" b="1" i="0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SUM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(Salary) </a:t>
            </a: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as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TotalSalary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tblEmployee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Where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City = </a:t>
            </a: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'London'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group by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669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2A0-F65C-4575-B214-A396A118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69AA2-43CB-45F4-B69F-08A9F1AB1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Filtering groups using HAVING clause, after all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aggrgations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take place: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City, </a:t>
            </a:r>
            <a:r>
              <a:rPr lang="en-US" b="1" i="0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SUM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(Salary) </a:t>
            </a: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as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TotalSalary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tblEmployee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group by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City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Having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City = </a:t>
            </a: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'London'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2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5C2DE-4E73-4CEA-9B19-DC09CA0EB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6750"/>
            <a:ext cx="10515600" cy="5510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From a performance standpoint, you cannot say that one method is less efficient than the other.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Sql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server optimizer analyzes each statement and selects an efficient way of executing it. As a best practice, use the syntax that clearly describes the desired result. Try to eliminate rows that </a:t>
            </a: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you wouldn't need, as early as possible.</a:t>
            </a:r>
            <a:br>
              <a:rPr lang="en-US" dirty="0"/>
            </a:b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It is also possible to combine WHERE and HAVING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Select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City, </a:t>
            </a:r>
            <a:r>
              <a:rPr lang="en-US" b="1" i="0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SUM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(Salary) </a:t>
            </a: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as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TotalSalary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tblEmployee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Where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Gender = </a:t>
            </a: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'Male'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group by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City</a:t>
            </a:r>
            <a:br>
              <a:rPr lang="en-US" dirty="0"/>
            </a:br>
            <a:r>
              <a:rPr lang="en-US" b="1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Having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City = </a:t>
            </a: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'London'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124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D8FDE-0FC8-46C6-B236-8D777C966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567363"/>
          </a:xfrm>
        </p:spPr>
        <p:txBody>
          <a:bodyPr/>
          <a:lstStyle/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Difference between WHERE and HAVING clause:</a:t>
            </a:r>
          </a:p>
          <a:p>
            <a:pPr marL="0" indent="0" algn="just">
              <a:buNone/>
            </a:pPr>
            <a:r>
              <a:rPr lang="en-US" dirty="0"/>
              <a:t>1. WHERE clause can be used with - Select, Insert, and Update statements, where as HAVING clause can only be used with the Select statement.</a:t>
            </a:r>
          </a:p>
          <a:p>
            <a:pPr marL="0" indent="0" algn="just">
              <a:buNone/>
            </a:pPr>
            <a:r>
              <a:rPr lang="en-US" dirty="0"/>
              <a:t>2. WHERE filters rows before aggregation (GROUPING), where as, HAVING filters groups, after the aggregations are performed.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Aggregate functions cannot be used in the WHERE clause, unless it is in a sub query contained in a HAVING clause, whereas, aggregate functions can be used in Having clause.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9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831</Words>
  <Application>Microsoft Office PowerPoint</Application>
  <PresentationFormat>Widescreen</PresentationFormat>
  <Paragraphs>31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SELECT STATEMENT</vt:lpstr>
      <vt:lpstr>PowerPoint Presentation</vt:lpstr>
      <vt:lpstr>PowerPoint Presentation</vt:lpstr>
      <vt:lpstr>PowerPoint Presentation</vt:lpstr>
      <vt:lpstr>  GROUP BY</vt:lpstr>
      <vt:lpstr>PowerPoint Presentation</vt:lpstr>
      <vt:lpstr>PowerPoint Presentation</vt:lpstr>
      <vt:lpstr>PowerPoint Presentation</vt:lpstr>
      <vt:lpstr>I want an SQL Query which give total Salaries paid by the City. The Output should be this: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 STATEMENT</dc:title>
  <dc:creator>Marisol Payra</dc:creator>
  <cp:lastModifiedBy>MARISOL PAYRA</cp:lastModifiedBy>
  <cp:revision>8</cp:revision>
  <dcterms:created xsi:type="dcterms:W3CDTF">2020-12-13T19:33:25Z</dcterms:created>
  <dcterms:modified xsi:type="dcterms:W3CDTF">2021-12-07T01:04:00Z</dcterms:modified>
</cp:coreProperties>
</file>