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D5D2FA-31BB-4FD5-BA22-4D6050F3EBBA}" v="2" dt="2021-01-22T02:52:12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sol Payra" userId="30da497024fab379" providerId="LiveId" clId="{B9D5D2FA-31BB-4FD5-BA22-4D6050F3EBBA}"/>
    <pc:docChg chg="addSld modSld">
      <pc:chgData name="Marisol Payra" userId="30da497024fab379" providerId="LiveId" clId="{B9D5D2FA-31BB-4FD5-BA22-4D6050F3EBBA}" dt="2021-01-22T02:52:35.982" v="14" actId="14100"/>
      <pc:docMkLst>
        <pc:docMk/>
      </pc:docMkLst>
      <pc:sldChg chg="addSp delSp modSp new mod">
        <pc:chgData name="Marisol Payra" userId="30da497024fab379" providerId="LiveId" clId="{B9D5D2FA-31BB-4FD5-BA22-4D6050F3EBBA}" dt="2021-01-22T02:51:55.095" v="6" actId="14100"/>
        <pc:sldMkLst>
          <pc:docMk/>
          <pc:sldMk cId="835658825" sldId="265"/>
        </pc:sldMkLst>
        <pc:spChg chg="del">
          <ac:chgData name="Marisol Payra" userId="30da497024fab379" providerId="LiveId" clId="{B9D5D2FA-31BB-4FD5-BA22-4D6050F3EBBA}" dt="2021-01-22T02:51:40.587" v="1"/>
          <ac:spMkLst>
            <pc:docMk/>
            <pc:sldMk cId="835658825" sldId="265"/>
            <ac:spMk id="3" creationId="{4F57ACD9-071C-4268-B14D-941DD1554ADC}"/>
          </ac:spMkLst>
        </pc:spChg>
        <pc:picChg chg="add mod">
          <ac:chgData name="Marisol Payra" userId="30da497024fab379" providerId="LiveId" clId="{B9D5D2FA-31BB-4FD5-BA22-4D6050F3EBBA}" dt="2021-01-22T02:51:55.095" v="6" actId="14100"/>
          <ac:picMkLst>
            <pc:docMk/>
            <pc:sldMk cId="835658825" sldId="265"/>
            <ac:picMk id="4" creationId="{5DE9B11B-21EE-4E2C-B658-4D98B890CA68}"/>
          </ac:picMkLst>
        </pc:picChg>
      </pc:sldChg>
      <pc:sldChg chg="addSp delSp modSp new mod">
        <pc:chgData name="Marisol Payra" userId="30da497024fab379" providerId="LiveId" clId="{B9D5D2FA-31BB-4FD5-BA22-4D6050F3EBBA}" dt="2021-01-22T02:52:35.982" v="14" actId="14100"/>
        <pc:sldMkLst>
          <pc:docMk/>
          <pc:sldMk cId="3723290171" sldId="266"/>
        </pc:sldMkLst>
        <pc:spChg chg="del">
          <ac:chgData name="Marisol Payra" userId="30da497024fab379" providerId="LiveId" clId="{B9D5D2FA-31BB-4FD5-BA22-4D6050F3EBBA}" dt="2021-01-22T02:52:12.966" v="8"/>
          <ac:spMkLst>
            <pc:docMk/>
            <pc:sldMk cId="3723290171" sldId="266"/>
            <ac:spMk id="3" creationId="{A0A943B2-AE26-442A-AA5A-AF6472B01794}"/>
          </ac:spMkLst>
        </pc:spChg>
        <pc:picChg chg="add mod">
          <ac:chgData name="Marisol Payra" userId="30da497024fab379" providerId="LiveId" clId="{B9D5D2FA-31BB-4FD5-BA22-4D6050F3EBBA}" dt="2021-01-22T02:52:35.982" v="14" actId="14100"/>
          <ac:picMkLst>
            <pc:docMk/>
            <pc:sldMk cId="3723290171" sldId="266"/>
            <ac:picMk id="4" creationId="{CE225A76-50FD-4B21-BEB9-DE45A96CFA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B307-1374-4512-B66C-5D0C977E9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C9601-7EB0-4873-B9E6-2635BA05F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BF25C-D9FB-4130-9A26-88B18F342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798F1-612F-4E49-A2EB-597EDD370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970DE-9E73-498A-8EEA-EDFEDFF2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23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897C-14D1-40B8-81A5-C41785B8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DD5D7-4986-4595-859F-BF19A33C0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64EE-93B6-40A8-8F50-F73D9C4C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452B8-428E-42E2-9109-8E17BF2F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87228-4C49-4235-BC62-087FCE80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7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FFB7-3A64-473A-AFFB-4270E4D1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6547B-F313-4460-8651-CEAF2F04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4153B-50D9-4D64-B8EC-DFA9BEDC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34E7A-FD1D-4643-AD7D-060EA146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EF59-5630-49F7-AADB-60C2B08D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6670B-E45A-48F6-A781-E963C436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708D3-A53A-4C85-B10E-651EF1A38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40643-E81C-466F-81F0-BAE59DA8D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DD315-3B4D-42A7-B79F-C5F0048A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AC557-C764-40BD-83CB-E809027A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4350-34A9-4644-A115-3308ECC3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0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A727B-B14E-42FC-B84C-0C85D35F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3EF71-2867-48FD-9EFF-9E2CAEFDA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8471C-D926-4B54-B241-CA2F1A261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98DC0-37B0-471E-931B-57A057E62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86DFE-5168-42C9-991B-25C4F058F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F4777D-AAA9-4C25-A84E-49C8A5BE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75D8C-F2E4-4087-BF9C-8310B4F1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79606-F7EF-4D3F-8C4B-01C3D1F07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7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29D3-26D8-4382-8E37-4AEDCA4F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E09BB-9A0F-4824-82AF-4E3A7B77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6738E-F355-423D-BA29-C23809DA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A045A-12C6-4D2C-8FC6-E02A27DD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6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59E16-127F-49C0-80CE-122B2563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2C04F-D54A-46F2-97C3-D4AFC2BA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998EF-8B1E-431A-B496-1ABA9810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EDE6-9ED9-45EC-91EC-DFBE8673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B4CD-C9FE-4BF6-9E23-CEA6CB797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20CB4-5BF4-4B3C-BB5B-9D3675BA5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99A0B-18EB-4D5F-A1F5-72BF0063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47A69-B273-4349-BA79-FC8E5B9F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4854D-27B3-423A-B8E7-C3396277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3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73AE-5425-4D0A-AF87-1A4EA92C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6EB7C-E742-480F-8150-7D154A824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D987C-C5FD-478A-A6FB-F9FC07523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A2B1-CB39-41DB-A8C6-5BBBB41A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B817A-5F82-441E-91B4-CAD2E4F5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E2DF9-30F2-406B-B441-E582A02E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7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24A4E-C336-4933-914C-DCB428CA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F383F-862C-4F03-BF1F-636AE21A0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F86EA-F79D-4912-9535-CFC60164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6B775-DBE5-4BCA-A1EE-23029989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4B119-1011-4F52-8F1B-FBDFDFF5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5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DDC4-700D-418F-9C74-839FF24A4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2AE09-AE4E-4E8B-9641-3E407D50A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9E99-B3C5-4676-A368-58EF75D77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25C2A-9ED3-47E8-A8EA-F7CF2EDF3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2C624-52F6-4FD6-ACE8-210ADE3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7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395FF-0A30-4842-9505-C504D204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CAE6F-C325-4346-86A3-D48C91F04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C3BBA-23B4-4749-9F4D-65CA33A54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FDEDB-BF70-4D71-876A-90F3F403B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3D040-0FD0-40D9-977F-5D7464507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36B76-078F-4E4C-BB28-2A3435C2D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960E5-EF8F-47AC-AD7C-7DF3CF056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5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AF59E-6EE1-4F84-B362-5E1696936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en-PH" sz="5200" dirty="0">
                <a:solidFill>
                  <a:schemeClr val="tx2"/>
                </a:solidFill>
              </a:rPr>
              <a:t>SQL JOINS</a:t>
            </a:r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08146-A07F-4CD3-990B-27D5B47D3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161" y="4200522"/>
            <a:ext cx="5449982" cy="682079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6234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E60B-1DF3-4C83-B4C1-7BDCE0B5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F7AC5CBE-E624-4818-8A0D-5DD516265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0"/>
            <a:ext cx="12100560" cy="6786880"/>
          </a:xfrm>
        </p:spPr>
      </p:pic>
    </p:spTree>
    <p:extLst>
      <p:ext uri="{BB962C8B-B14F-4D97-AF65-F5344CB8AC3E}">
        <p14:creationId xmlns:p14="http://schemas.microsoft.com/office/powerpoint/2010/main" val="189192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0C7E-F505-490B-9381-ABF0699D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E201F053-1D97-4175-864F-F0C8DA42D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" y="365125"/>
            <a:ext cx="11059160" cy="5811838"/>
          </a:xfrm>
        </p:spPr>
      </p:pic>
    </p:spTree>
    <p:extLst>
      <p:ext uri="{BB962C8B-B14F-4D97-AF65-F5344CB8AC3E}">
        <p14:creationId xmlns:p14="http://schemas.microsoft.com/office/powerpoint/2010/main" val="161909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9EE5-E0DC-43FF-9DBD-6C96381D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A74A698A-52E2-40D3-AA96-54C6CFC50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" y="365125"/>
            <a:ext cx="11247120" cy="6127750"/>
          </a:xfrm>
        </p:spPr>
      </p:pic>
    </p:spTree>
    <p:extLst>
      <p:ext uri="{BB962C8B-B14F-4D97-AF65-F5344CB8AC3E}">
        <p14:creationId xmlns:p14="http://schemas.microsoft.com/office/powerpoint/2010/main" val="272077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8CF8-63AD-4E33-8778-2E415B35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E63F0849-8D1C-4F23-AABD-1EFB7B930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1" y="365125"/>
            <a:ext cx="10993120" cy="5811838"/>
          </a:xfrm>
        </p:spPr>
      </p:pic>
    </p:spTree>
    <p:extLst>
      <p:ext uri="{BB962C8B-B14F-4D97-AF65-F5344CB8AC3E}">
        <p14:creationId xmlns:p14="http://schemas.microsoft.com/office/powerpoint/2010/main" val="103330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6389-19E4-49D5-95C0-E307BEAD2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able&#10;&#10;Description automatically generated">
            <a:extLst>
              <a:ext uri="{FF2B5EF4-FFF2-40B4-BE49-F238E27FC236}">
                <a16:creationId xmlns:a16="http://schemas.microsoft.com/office/drawing/2014/main" id="{0C104603-D996-449E-B00B-9ED732547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1" y="365125"/>
            <a:ext cx="11501120" cy="5811838"/>
          </a:xfrm>
        </p:spPr>
      </p:pic>
    </p:spTree>
    <p:extLst>
      <p:ext uri="{BB962C8B-B14F-4D97-AF65-F5344CB8AC3E}">
        <p14:creationId xmlns:p14="http://schemas.microsoft.com/office/powerpoint/2010/main" val="107037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B9C1-3EE7-4912-9744-99184C0A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68C04115-E704-41A5-A14C-1D62A0426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" y="365125"/>
            <a:ext cx="11785600" cy="5811838"/>
          </a:xfrm>
        </p:spPr>
      </p:pic>
    </p:spTree>
    <p:extLst>
      <p:ext uri="{BB962C8B-B14F-4D97-AF65-F5344CB8AC3E}">
        <p14:creationId xmlns:p14="http://schemas.microsoft.com/office/powerpoint/2010/main" val="167396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3613-3FE0-4C75-954B-731FB6EF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E9B11B-21EE-4E2C-B658-4D98B890C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" y="741680"/>
            <a:ext cx="10515600" cy="543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5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021F-94E8-4CC6-9FE3-E907F405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225A76-50FD-4B21-BEB9-DE45A96CF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77520"/>
            <a:ext cx="10515600" cy="54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90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SQL JOINS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JOINTS</dc:title>
  <dc:creator>Marisol Payra</dc:creator>
  <cp:lastModifiedBy>Marisol D. Payra</cp:lastModifiedBy>
  <cp:revision>11</cp:revision>
  <dcterms:created xsi:type="dcterms:W3CDTF">2021-01-10T16:25:06Z</dcterms:created>
  <dcterms:modified xsi:type="dcterms:W3CDTF">2025-10-27T09:57:52Z</dcterms:modified>
</cp:coreProperties>
</file>